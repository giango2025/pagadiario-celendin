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90" y="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5F810-8A30-7E6B-B05A-1BBBE28F7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1800" y="3836987"/>
            <a:ext cx="7772400" cy="1470025"/>
          </a:xfrm>
        </p:spPr>
        <p:txBody>
          <a:bodyPr>
            <a:normAutofit/>
          </a:bodyPr>
          <a:lstStyle/>
          <a:p>
            <a:r>
              <a:rPr lang="es-ES" sz="7200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29307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Personalizado</PresentationFormat>
  <Paragraphs>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Gianfranco Alejandro Silva Aguirre</cp:lastModifiedBy>
  <cp:revision>2</cp:revision>
  <dcterms:created xsi:type="dcterms:W3CDTF">2006-08-16T00:00:00Z</dcterms:created>
  <dcterms:modified xsi:type="dcterms:W3CDTF">2026-06-22T03:39:18Z</dcterms:modified>
</cp:coreProperties>
</file>